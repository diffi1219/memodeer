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914400" y="914400"/>
            <a:ext cx="7315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Slide 1</a:t>
            </a:r>
            <a:endParaRPr lang="en-US" sz="2400" dirty="0"/>
          </a:p>
        </p:txBody>
      </p:sp>
      <p:sp>
        <p:nvSpPr>
          <p:cNvPr id="4" name="Shape 1"/>
          <p:cNvSpPr/>
          <p:nvPr/>
        </p:nvSpPr>
        <p:spPr>
          <a:xfrm>
            <a:off x="4572000" y="-914400"/>
            <a:ext cx="4572000" cy="4572000"/>
          </a:xfrm>
          <a:prstGeom prst="oval">
            <a:avLst/>
          </a:prstGeom>
          <a:solidFill>
            <a:srgbClr val="D97706">
              <a:alpha val="40000"/>
            </a:srgbClr>
          </a:solidFill>
          <a:ln/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914400" y="914400"/>
            <a:ext cx="7315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Slide 2</a:t>
            </a:r>
            <a:endParaRPr lang="en-US" sz="2400" dirty="0"/>
          </a:p>
        </p:txBody>
      </p:sp>
      <p:sp>
        <p:nvSpPr>
          <p:cNvPr id="4" name="Shape 1"/>
          <p:cNvSpPr/>
          <p:nvPr/>
        </p:nvSpPr>
        <p:spPr>
          <a:xfrm>
            <a:off x="4572000" y="-914400"/>
            <a:ext cx="4572000" cy="4572000"/>
          </a:xfrm>
          <a:prstGeom prst="oval">
            <a:avLst/>
          </a:prstGeom>
          <a:solidFill>
            <a:srgbClr val="D97706">
              <a:alpha val="40000"/>
            </a:srgbClr>
          </a:solidFill>
          <a:ln/>
        </p:spPr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914400" y="914400"/>
            <a:ext cx="7315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Slide 3</a:t>
            </a:r>
            <a:endParaRPr lang="en-US" sz="2400" dirty="0"/>
          </a:p>
        </p:txBody>
      </p:sp>
      <p:sp>
        <p:nvSpPr>
          <p:cNvPr id="4" name="Shape 1"/>
          <p:cNvSpPr/>
          <p:nvPr/>
        </p:nvSpPr>
        <p:spPr>
          <a:xfrm>
            <a:off x="4572000" y="-914400"/>
            <a:ext cx="4572000" cy="4572000"/>
          </a:xfrm>
          <a:prstGeom prst="oval">
            <a:avLst/>
          </a:prstGeom>
          <a:solidFill>
            <a:srgbClr val="D97706">
              <a:alpha val="40000"/>
            </a:srgbClr>
          </a:solidFill>
          <a:ln/>
        </p:spPr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914400" y="914400"/>
            <a:ext cx="7315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Slide 4</a:t>
            </a:r>
            <a:endParaRPr lang="en-US" sz="2400" dirty="0"/>
          </a:p>
        </p:txBody>
      </p:sp>
      <p:sp>
        <p:nvSpPr>
          <p:cNvPr id="4" name="Shape 1"/>
          <p:cNvSpPr/>
          <p:nvPr/>
        </p:nvSpPr>
        <p:spPr>
          <a:xfrm>
            <a:off x="4572000" y="-914400"/>
            <a:ext cx="4572000" cy="4572000"/>
          </a:xfrm>
          <a:prstGeom prst="oval">
            <a:avLst/>
          </a:prstGeom>
          <a:solidFill>
            <a:srgbClr val="D97706">
              <a:alpha val="40000"/>
            </a:srgbClr>
          </a:solidFill>
          <a:ln/>
        </p:spPr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914400" y="914400"/>
            <a:ext cx="7315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Slide 5</a:t>
            </a:r>
            <a:endParaRPr lang="en-US" sz="2400" dirty="0"/>
          </a:p>
        </p:txBody>
      </p:sp>
      <p:sp>
        <p:nvSpPr>
          <p:cNvPr id="4" name="Shape 1"/>
          <p:cNvSpPr/>
          <p:nvPr/>
        </p:nvSpPr>
        <p:spPr>
          <a:xfrm>
            <a:off x="4572000" y="-914400"/>
            <a:ext cx="4572000" cy="4572000"/>
          </a:xfrm>
          <a:prstGeom prst="oval">
            <a:avLst/>
          </a:prstGeom>
          <a:solidFill>
            <a:srgbClr val="D97706">
              <a:alpha val="40000"/>
            </a:srgbClr>
          </a:solidFill>
          <a:ln/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2026-07-23T12:44:58Z</dcterms:created>
  <dcterms:modified xsi:type="dcterms:W3CDTF">2026-07-23T12:44:58Z</dcterms:modified>
</cp:coreProperties>
</file>